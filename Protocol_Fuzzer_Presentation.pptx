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F1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78"/>
    <p:restoredTop sz="94647"/>
  </p:normalViewPr>
  <p:slideViewPr>
    <p:cSldViewPr snapToGrid="0">
      <p:cViewPr varScale="1">
        <p:scale>
          <a:sx n="151" d="100"/>
          <a:sy n="151" d="100"/>
        </p:scale>
        <p:origin x="2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5/20/26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3E366A-E1C4-77D3-1BA5-CE62AD46B49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15700" y="6672580"/>
            <a:ext cx="83343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Cisco Confidential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60" y="1471201"/>
            <a:ext cx="7315200" cy="2276179"/>
          </a:xfrm>
        </p:spPr>
        <p:txBody>
          <a:bodyPr/>
          <a:lstStyle/>
          <a:p>
            <a:r>
              <a:t>Ad</a:t>
            </a:r>
            <a:r>
              <a:rPr lang="en-US"/>
              <a:t>vanced </a:t>
            </a:r>
            <a:r>
              <a:t>Protocol Fuzzing </a:t>
            </a:r>
            <a:r>
              <a:rPr lang="en-US"/>
              <a:t>Framework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80060" y="4069113"/>
            <a:ext cx="7315200" cy="914400"/>
          </a:xfrm>
        </p:spPr>
        <p:txBody>
          <a:bodyPr>
            <a:normAutofit/>
          </a:bodyPr>
          <a:lstStyle/>
          <a:p>
            <a:r>
              <a:t>Targeting Deep Parser Logic and State Exhaustion in Snort </a:t>
            </a:r>
            <a:r>
              <a:rPr lang="en-US"/>
              <a:t>3</a:t>
            </a:r>
            <a:endParaRPr/>
          </a:p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656CA5-00C7-A43B-4330-84AA3E4A177D}"/>
              </a:ext>
            </a:extLst>
          </p:cNvPr>
          <p:cNvSpPr txBox="1"/>
          <p:nvPr/>
        </p:nvSpPr>
        <p:spPr>
          <a:xfrm>
            <a:off x="6460066" y="442806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DAF1F6"/>
                </a:solidFill>
              </a:rPr>
              <a:t>-Soumyajeet Ghatak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06BC87-3187-4050-9E6C-C76D0374B230}"/>
              </a:ext>
            </a:extLst>
          </p:cNvPr>
          <p:cNvSpPr txBox="1"/>
          <p:nvPr/>
        </p:nvSpPr>
        <p:spPr>
          <a:xfrm>
            <a:off x="7315200" y="4706514"/>
            <a:ext cx="1289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DAF1F6"/>
                </a:solidFill>
              </a:rPr>
              <a:t>Technical Intern 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4F851E-D22D-A5A3-F6C1-4CBFB9542636}"/>
              </a:ext>
            </a:extLst>
          </p:cNvPr>
          <p:cNvSpPr txBox="1"/>
          <p:nvPr/>
        </p:nvSpPr>
        <p:spPr>
          <a:xfrm>
            <a:off x="1794933" y="15832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Goal: Design and implement a custom, high-performance protocol fuzzer to uncover memory corruption and logical vulnerabilities in Snort 3.</a:t>
            </a:r>
          </a:p>
          <a:p>
            <a:r>
              <a:t>Target Areas:</a:t>
            </a:r>
          </a:p>
          <a:p>
            <a:pPr lvl="1"/>
            <a:r>
              <a:t>Algorithmic Complexity &amp; Infinite Recursion.</a:t>
            </a:r>
          </a:p>
          <a:p>
            <a:pPr lvl="1"/>
            <a:r>
              <a:t>Memory Leak Amplification &amp; State Exhaustion.</a:t>
            </a:r>
          </a:p>
          <a:p>
            <a:pPr lvl="1"/>
            <a:r>
              <a:t>Deep Parser Vulnerabilities (Out-of-bounds reads, heap overflows).</a:t>
            </a:r>
          </a:p>
          <a:p>
            <a:r>
              <a:t>Approach:</a:t>
            </a:r>
          </a:p>
          <a:p>
            <a:pPr lvl="1"/>
            <a:r>
              <a:t>Target a custom Snort 3 build instrumented with AddressSanitizer (ASan).</a:t>
            </a:r>
          </a:p>
          <a:p>
            <a:pPr lvl="1"/>
            <a:r>
              <a:t>Inject raw, malformed PCAP streams directly into Snort's inspection engine.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Fuzzer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Generator Engine: Crafts raw DNS wire-format packets from scratch instead of relying on standard network libraries, allowing intentional RFC violations.</a:t>
            </a:r>
          </a:p>
          <a:p>
            <a:r>
              <a:t>Mutation Engine: Uses weighted strategy rotation to balance between surface-level bit-flips and deep logical anomalies.</a:t>
            </a:r>
          </a:p>
          <a:p>
            <a:r>
              <a:t>Transport Layer: Wraps payloads in synthetic Ethernet/IPv4/UDP headers and writes them to a POSIX named pipe mimicking a live network stream.</a:t>
            </a:r>
          </a:p>
          <a:p>
            <a:r>
              <a:t>Watchdog Monitor: A background thread that tracks process health, detects hangs, and monitors for RAM bloat.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Attack Vector 1 - Algorithmic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Theory: IDS engines must parse nested structures. If parsing loops aren't strictly bounded, CPU cycles can be exhausted.</a:t>
            </a:r>
          </a:p>
          <a:p>
            <a:r>
              <a:t>Compression Pointer Loops:</a:t>
            </a:r>
          </a:p>
          <a:p>
            <a:pPr lvl="1"/>
            <a:r>
              <a:t>Crafted DNS pointers that reference themselves (self_ref), reference each other (mutual), or create long cyclic chains.</a:t>
            </a:r>
          </a:p>
          <a:p>
            <a:pPr lvl="1"/>
            <a:r>
              <a:t>Goal: Trigger infinite recursion in Snort's name decoder.</a:t>
            </a:r>
          </a:p>
          <a:p>
            <a:r>
              <a:t>Label Flooding:</a:t>
            </a:r>
          </a:p>
          <a:p>
            <a:pPr lvl="1"/>
            <a:r>
              <a:t>Generated DNS queries with 200+ single-byte labels to stress iteration limits.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Attack Vector 2 - State Exhaustion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Theory: Snort tracks connection states. By spoofing millions of unique connections, we can exhaust the flow table and trigger memory leaks.</a:t>
            </a:r>
          </a:p>
          <a:p>
            <a:r>
              <a:t>Implementation:</a:t>
            </a:r>
          </a:p>
          <a:p>
            <a:pPr lvl="1"/>
            <a:r>
              <a:t>Randomized the 5-tuple (Source IP, Destination IP, Source Port, Destination Port, Protocol) for every injected packet.</a:t>
            </a:r>
          </a:p>
          <a:p>
            <a:r>
              <a:t>The Breakthrough:</a:t>
            </a:r>
          </a:p>
          <a:p>
            <a:pPr lvl="1"/>
            <a:r>
              <a:t>Synchronized synthetic PCAP timestamps with real wall-clock time.</a:t>
            </a:r>
          </a:p>
          <a:p>
            <a:pPr lvl="1"/>
            <a:r>
              <a:t>This forced Snort's internal session clock to advance, properly accumulating parallel sessions until timeouts fired.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Attack Vector 3 - Deep Parser Fuzzing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Shift: Standard DNS queries (QR=0) are heavily tested. The real complexity lies in DNS responses (QR=1).</a:t>
            </a:r>
          </a:p>
          <a:p>
            <a:r>
              <a:t>Targeted Anomalies:</a:t>
            </a:r>
          </a:p>
          <a:p>
            <a:pPr lvl="1"/>
            <a:r>
              <a:t>RDLENGTH Mismatches: Claiming 512 bytes of data but sending 4 (Heap Buffer Overflows).</a:t>
            </a:r>
          </a:p>
          <a:p>
            <a:pPr lvl="1"/>
            <a:r>
              <a:t>CNAME Bad Pointers: Offsets pointing far beyond the packet boundary (Out-of-Bounds Reads).</a:t>
            </a:r>
          </a:p>
          <a:p>
            <a:pPr lvl="1"/>
            <a:r>
              <a:t>Count Mismatches: Header claims 20 answer records, but only 1 exists.</a:t>
            </a:r>
          </a:p>
          <a:p>
            <a:pPr lvl="1"/>
            <a:r>
              <a:t>Overlapping Records: Compression pointers that land maliciously inside the data payload of previous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 Lifecycle &amp; Crash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Overcoming Pipe Deadlocks:</a:t>
            </a:r>
          </a:p>
          <a:p>
            <a:pPr lvl="1"/>
            <a:r>
              <a:t>Standard stdout/stderr pipes have a 64KB kernel limit. Snort output was deadlocking the fuzzer.</a:t>
            </a:r>
          </a:p>
          <a:p>
            <a:pPr lvl="1"/>
            <a:r>
              <a:t>Solution: Redirected stdout to /dev/null and implemented a background thread to continuously drain stderr.</a:t>
            </a:r>
          </a:p>
          <a:p>
            <a:r>
              <a:t>Crash Logging:</a:t>
            </a:r>
          </a:p>
          <a:p>
            <a:pPr lvl="1"/>
            <a:r>
              <a:t>When Snort crashes, the fuzzer catches the exit code.</a:t>
            </a:r>
          </a:p>
          <a:p>
            <a:pPr lvl="1"/>
            <a:r>
              <a:t>Extracts the AddressSanitizer (ASan) stack trace from the drained stderr.</a:t>
            </a:r>
          </a:p>
          <a:p>
            <a:pPr lvl="1"/>
            <a:r>
              <a:t>Saves a detailed report mapping the crash back to the exact iteration and fuzzing strategy.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Challenges &amp; Engineering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Challenge 1: Live Injection on macOS (lo0 loopback).</a:t>
            </a:r>
          </a:p>
          <a:p>
            <a:pPr lvl="1"/>
            <a:r>
              <a:t>Issue: macOS loopback uses DLT_NULL, which Snort's DAQ does not support by default.</a:t>
            </a:r>
          </a:p>
          <a:p>
            <a:pPr lvl="1"/>
            <a:r>
              <a:t>Solution: Engineered a synthetic PCAP pipe wrapper that injects packets as standard Ethernet (DLT_EN10MB) without needing root privileges.</a:t>
            </a:r>
          </a:p>
          <a:p>
            <a:r>
              <a:t>Challenge 2: Snort discarding packets without tracking state.</a:t>
            </a:r>
          </a:p>
          <a:p>
            <a:pPr lvl="1"/>
            <a:r>
              <a:t>Issue: PCAP packets initially had 0, 0 for timestamps, keeping Snort frozen at epoch time.</a:t>
            </a:r>
          </a:p>
          <a:p>
            <a:pPr lvl="1"/>
            <a:r>
              <a:t>Solution: Injected dynamic microsecond-accurate timestamps into the PCAP record headers.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Results: Built a highly resilient, deadlock-free protocol fuzzer capable of sustained million-packet execution loops.</a:t>
            </a:r>
          </a:p>
          <a:p>
            <a:r>
              <a:t>Next Steps:</a:t>
            </a:r>
          </a:p>
          <a:p>
            <a:pPr lvl="1"/>
            <a:r>
              <a:t>Leave the fuzzer running for extended multi-hour campaigns to let ASan catch deep memory leaks.</a:t>
            </a:r>
          </a:p>
          <a:p>
            <a:pPr lvl="1"/>
            <a:r>
              <a:t>Extend the generator to target other complex application-layer protocols (e.g., HTTP/2, TLS handshakes).</a:t>
            </a:r>
          </a:p>
          <a:p>
            <a:pPr lvl="1"/>
            <a:r>
              <a:t>Implement coverage-guided feedback (e.g., connecting it to AFL++).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Frame</Template>
  <TotalTime>689</TotalTime>
  <Words>714</Words>
  <Application>Microsoft Macintosh PowerPoint</Application>
  <PresentationFormat>Widescreen</PresentationFormat>
  <Paragraphs>60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Corbel</vt:lpstr>
      <vt:lpstr>Wingdings 2</vt:lpstr>
      <vt:lpstr>Frame</vt:lpstr>
      <vt:lpstr>Advanced Protocol Fuzzing Framework</vt:lpstr>
      <vt:lpstr>Project Objective</vt:lpstr>
      <vt:lpstr>Fuzzer Architecture</vt:lpstr>
      <vt:lpstr>Attack Vector 1 - Algorithmic Complexity</vt:lpstr>
      <vt:lpstr>Attack Vector 2 - State Exhaustion</vt:lpstr>
      <vt:lpstr>Attack Vector 3 - Deep Parser Fuzzing</vt:lpstr>
      <vt:lpstr>Process Lifecycle &amp; Crash Detection</vt:lpstr>
      <vt:lpstr>Key Challenges &amp; Engineering Solutions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Soumyajeet Ghatak (soghatak)</dc:creator>
  <cp:lastModifiedBy>Soumyajeet Ghatak (soghatak)</cp:lastModifiedBy>
  <cp:revision>2</cp:revision>
  <dcterms:created xsi:type="dcterms:W3CDTF">2026-05-20T17:32:59Z</dcterms:created>
  <dcterms:modified xsi:type="dcterms:W3CDTF">2026-05-21T05:12:52Z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Frame:9</vt:lpwstr>
  </property>
  <property fmtid="{D5CDD505-2E9C-101B-9397-08002B2CF9AE}" pid="3" name="ClassificationContentMarkingFooterText">
    <vt:lpwstr>Cisco Confidential</vt:lpwstr>
  </property>
</Properties>
</file>