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3E366A-E1C4-77D3-1BA5-CE62AD46B49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15700" y="6672580"/>
            <a:ext cx="83343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Cisco 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57FD-294A-3FBB-9525-4755BCD91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42655-A28F-711B-CED2-13AC6ED2CA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0428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Metadata/LabelInfo.xml><?xml version="1.0" encoding="utf-8"?>
<clbl:labelList xmlns:clbl="http://schemas.microsoft.com/office/2020/mipLabelMetadata">
  <clbl:label id="{c8f49a32-fde3-48a5-9266-b5b0972a22dc}" enabled="1" method="Standar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Corbel</vt:lpstr>
      <vt:lpstr>Wingdings 2</vt:lpstr>
      <vt:lpstr>Frame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Soumyajeet Ghatak (soghatak)</dc:creator>
  <cp:lastModifiedBy>Soumyajeet Ghatak (soghatak)</cp:lastModifiedBy>
  <cp:revision>1</cp:revision>
  <dcterms:created xsi:type="dcterms:W3CDTF">2026-05-20T17:32:59Z</dcterms:created>
  <dcterms:modified xsi:type="dcterms:W3CDTF">2026-05-20T17:41:54Z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Frame:9</vt:lpwstr>
  </property>
  <property fmtid="{D5CDD505-2E9C-101B-9397-08002B2CF9AE}" pid="3" name="ClassificationContentMarkingFooterText">
    <vt:lpwstr>Cisco Confidential</vt:lpwstr>
  </property>
</Properties>
</file>