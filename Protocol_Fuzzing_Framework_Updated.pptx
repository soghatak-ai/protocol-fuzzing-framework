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Protocol Fuzzing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BBBCC"/>
                </a:solidFill>
                <a:latin typeface="Calibri"/>
              </a:defRPr>
            </a:pPr>
            <a:r>
              <a:t>AI-Driven Multi-Protocol Fuzzer with IDS Evasion &amp; Memory Depletion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A5FA"/>
                </a:solidFill>
                <a:latin typeface="Calibri"/>
              </a:defRPr>
            </a:pPr>
            <a:r>
              <a:t>24 Protocols  •  100+ Mutation Strategies  •  500+ Internal Variants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0A5FA"/>
                </a:solidFill>
                <a:latin typeface="Calibri"/>
              </a:defRPr>
            </a:pPr>
            <a:r>
              <a:t>5-Phase Agentic AI Pipeline  •  UCB1 Reinforcement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DE80"/>
                </a:solidFill>
                <a:latin typeface="Calibri"/>
              </a:defRPr>
            </a:pPr>
            <a:r>
              <a:t>Cisco FTD / Snort 3 — Validated on Real Hardware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BBBBCC"/>
                </a:solidFill>
                <a:latin typeface="Calibri"/>
              </a:defRPr>
            </a:pPr>
            <a:r>
              <a:t>▸ Modern IDS/IPS (Snort 3, Suricata, Cisco FTD) are trusted to inspect all traffic inline</a:t>
            </a:r>
          </a:p>
          <a:p>
            <a:pPr>
              <a:spcAft>
                <a:spcPts val="400"/>
              </a:spcAft>
              <a:defRPr sz="1300">
                <a:solidFill>
                  <a:srgbClr val="BBBBCC"/>
                </a:solidFill>
                <a:latin typeface="Calibri"/>
              </a:defRPr>
            </a:pPr>
            <a:r>
              <a:t>▸ But deep-packet inspection engines have finite memory pools and CPU budgets</a:t>
            </a:r>
          </a:p>
          <a:p>
            <a:pPr>
              <a:spcAft>
                <a:spcPts val="400"/>
              </a:spcAft>
              <a:defRPr sz="1300">
                <a:solidFill>
                  <a:srgbClr val="BBBBCC"/>
                </a:solidFill>
                <a:latin typeface="Calibri"/>
              </a:defRPr>
            </a:pPr>
            <a:r>
              <a:t>▸ Protocol mutation fuzzing can discover parsing bugs, evasion paths, and resource exhaustion</a:t>
            </a:r>
          </a:p>
          <a:p>
            <a:pPr>
              <a:spcAft>
                <a:spcPts val="400"/>
              </a:spcAft>
              <a:defRPr sz="1300">
                <a:solidFill>
                  <a:srgbClr val="BBBBCC"/>
                </a:solidFill>
                <a:latin typeface="Calibri"/>
              </a:defRPr>
            </a:pPr>
            <a:r>
              <a:t>▸ No existing tool combines: multi-protocol mutation + AI-driven weight tuning + live network delivery + memory depletion attacks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BBF24"/>
                </a:solidFill>
                <a:latin typeface="Calibri"/>
              </a:defRPr>
            </a:pPr>
            <a:r>
              <a:t>Goal: Build an automated framework that discovers IDS weaknesses across 24 protocols, tunes attack strategies via AI, and demonstrates real-world inspection bypass on Cisco FTD hardware.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ADE80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┌─────────────────────────────────────────────────────────────────────┐</a:t>
            </a:r>
            <a:br/>
            <a:r>
              <a:t>│                    Web Dashboard (Flask + SSE)               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 Protocol Fuzzers (24)  │  AI Pipeline  │  Multi-Protocol Engine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 Transport Layer: Raw Sockets / TCP / UDP / File Send               │</a:t>
            </a:r>
            <a:br/>
            <a:r>
              <a:t>├─────────────────────────────────────────────────────────────────────┤</a:t>
            </a:r>
            <a:br/>
            <a:r>
              <a:t>│  Target: Cisco FTD (LINA + Snort 3) │ Docker Snort Lab             │</a:t>
            </a:r>
            <a:br/>
            <a:r>
              <a:t>└─────────────────────────────────────────────────────────────────────┘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47472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Modular design: each protocol is a standalone fuzzer with shared transport and mutation engine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Real-time SSE dashboard for monitoring, control, and visualization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UCB1 bandit per protocol adapts strategy selection based on observed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24-Protocol Coverage &amp; 5-Phase AI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Protocol Arsenal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100+ named strategies across all protocols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3-7 internal variants each = 500+ unique mutation paths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Targets: buffer overflows, state machine violations, reassembly confusion, encoding attacks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File Send: deliver crafted files as properly framed protocol traffic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Custom Payload: inject EICAR/canary into evasion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777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5-Phase Agentic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9728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Azure OpenAI GPT-5 + Google Gemini backends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2,051 source files → 18,065 AST chunks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188 explorer tasks → 306 vulnerabilities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3,295 protocol constants extracted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Truncated JSON recovery, ChromaDB index reuse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Exponential backoff, chunked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88899"/>
                </a:solidFill>
                <a:latin typeface="Calibri"/>
              </a:defRPr>
            </a:pPr>
            <a:r>
              <a:t>Protocols: DNS, HTTP, FTP, SMTP, SSH, TLS, SMB, DCE/RPC, DHCP, SNMP, SIP, IMAP, POP3, TFTP, NTP, LDAP, Modbus, DNP3, OSPF, BGP, GTP, Diameter, MQTT, CoAP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Reinforcement Learning — UCB1 Bandit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Calibri"/>
              </a:defRPr>
            </a:pPr>
            <a:r>
              <a:t>Real-time strategy adaptation based on observed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▸ One bandit per protocol — adjusts AI/default weights in real-time</a:t>
            </a:r>
          </a:p>
          <a:p>
            <a:pPr>
              <a:spcAft>
                <a:spcPts val="4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▸ Formula:  final_weight = base_weight × rl_multiplier</a:t>
            </a:r>
          </a:p>
          <a:p>
            <a:pPr>
              <a:spcAft>
                <a:spcPts val="4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▸ Crash detected → +0.5× per crash (1 crash = 1.5×, 3 crashes = 2.5×)</a:t>
            </a:r>
          </a:p>
          <a:p>
            <a:pPr>
              <a:spcAft>
                <a:spcPts val="4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▸ No crash, many pulls → slow fade toward 0.5× minimum</a:t>
            </a:r>
          </a:p>
          <a:p>
            <a:pPr>
              <a:spcAft>
                <a:spcPts val="4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▸ Never tried → stays at 1.0× (neutral)</a:t>
            </a:r>
          </a:p>
          <a:p>
            <a:pPr>
              <a:spcAft>
                <a:spcPts val="400"/>
              </a:spcAft>
              <a:defRPr sz="1200">
                <a:solidFill>
                  <a:srgbClr val="BBBBCC"/>
                </a:solidFill>
                <a:latin typeface="Calibri"/>
              </a:defRPr>
            </a:pPr>
            <a:r>
              <a:t>▸ Dashboard shows 4 columns: Original / Applied / RL / Actual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Multi-Protocol Attack &amp; Memory Pressure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Calibri"/>
              </a:defRPr>
            </a:pPr>
            <a:r>
              <a:t>Snort Blinder — Inspector Overload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N parallel processes across all 24 protocols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Intensity 1-5 with phased escalation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TCP 80-socket persistent pools + split-segment delivery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SO_LINGER(0) prevents TIME_WAIT exhaustion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FTD SSH monitoring: real-time Snort stats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Staggered launch prevents thundering-herd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777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BBF24"/>
                </a:solidFill>
                <a:latin typeface="Calibri"/>
              </a:defRPr>
            </a:pPr>
            <a:r>
              <a:t>TCP Reassembly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9728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60-120 socket connection pool per instance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Staggered segments: send first half, delay second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Snort holds partial reassembly buffers for ALL streams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Each buffer = 2560-byte block from Snort pool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4-6 instances × 120 sockets = 480-720 partial streams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Exceeds 201-slot pool → CNT=0 → bypass triggered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Consolas"/>
              </a:defRPr>
            </a:pPr>
            <a:r>
              <a:t>show blocks: SIZE=2560 MAX=201 LOW=0 CNT=0 FAILED=1,335,365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Network Topology — Dual 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Calibri"/>
              </a:defRPr>
            </a:pPr>
            <a:r>
              <a:t>Docker lab for development + Physical Cisco FTD for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Consolas"/>
              </a:defRPr>
            </a:pPr>
            <a:r>
              <a:t>Docker Lab:                          Physical FTD:</a:t>
            </a:r>
            <a:br/>
            <a:r>
              <a:t>┌──────────┐  ┌─────────┐  ┌────┐   ┌──────────┐  ┌──────────┐  ┌────────┐</a:t>
            </a:r>
            <a:br/>
            <a:r>
              <a:t>│  Fuzzer  │──│ Snort 3 │──│Tgt │   │  Kali    │──│ Cisco FTD│──│ Target │</a:t>
            </a:r>
            <a:br/>
            <a:r>
              <a:t>│  (Kali)  │  │  (NFQ)  │  │Srv │   │ Fuzzer   │  │ (LINA+S3)│  │ Server │</a:t>
            </a:r>
            <a:br/>
            <a:r>
              <a:t>└──────────┘  └─────────┘  └────┘   └──────────┘  └──────────┘  └────────┘</a:t>
            </a:r>
            <a:br/>
            <a:r>
              <a:t>  172.20.0.x                           192.168.41.x   10.83.61.4  192.168.42.x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Docker: Snort 3 compiled from source, NFQ DAQ inline mode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FTD: Real Cisco Firepower Threat Defense with production Snort 3 engine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Target: Ubuntu server with vsftpd, dnsmasq, Samba, Apache — real services on all protocol ports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All results in this presentation from the physical FTD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Web Dashboard &amp; 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5 Integrated Dashboard 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Live Fuzzing: real-time SSE stream of mutations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Multi-Protocol Attack: configure &amp; monitor floods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Evasion Testing: canary/EICAR detection results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AI Pipeline: 5-phase progress &amp; vulnerability feed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Settings: target config, FTD SSH, protocol toggles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777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97280"/>
            <a:ext cx="3840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Backend: Python 3.11, Flask, Server-Sent Events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AI: Azure OpenAI GPT-5, Google Gemini, ChromaDB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Transport: Raw sockets, Scapy, asyncio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Analysis: Paramiko SSH, real-time FTD monitoring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Frontend: HTML5, CSS Grid, vanilla JS + SSE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Infra: Docker, venv, multiprocessing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Evasion Testing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88899"/>
                </a:solidFill>
                <a:latin typeface="Calibri"/>
              </a:defRPr>
            </a:pPr>
            <a:r>
              <a:t>332 strategies tested against Snort 3 across 23 protocols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2560320" cy="9144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170432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EVASION RATE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89888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onsolas"/>
              </a:defRPr>
            </a:pPr>
            <a:r>
              <a:t>90.1%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299/332 strategies bypassed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097280"/>
            <a:ext cx="2560320" cy="9144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01568" y="1170432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TOP EVADED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1389888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Consolas"/>
              </a:defRPr>
            </a:pPr>
            <a:r>
              <a:t>50+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1737360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Strategies with embedded canary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097280"/>
            <a:ext cx="2560320" cy="9144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170432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AI VULNS FOUND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1389888"/>
            <a:ext cx="2377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Consolas"/>
              </a:defRPr>
            </a:pPr>
            <a:r>
              <a:t>306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6208" y="1737360"/>
            <a:ext cx="237743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From 2,051 Snort 3 source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Top EVADED Strategies (canary embedded, Snort blind):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56032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HTTP chunked_confusion (124 B) — Snort failed to reassemble chunked body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HTTP request_smuggling (205 B) — CL/TE desync bypassed inspection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HTTP content_length_attack (99 B) — mismatched lengths confused parser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SMTP mime_decode_bomb — nested MIME exceeded decoder depth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SMB compound_abuse — chained SMB commands bypassed state machine</a:t>
            </a:r>
          </a:p>
          <a:p>
            <a:pPr>
              <a:spcAft>
                <a:spcPts val="400"/>
              </a:spcAft>
              <a:defRPr sz="1100">
                <a:solidFill>
                  <a:srgbClr val="BBBBCC"/>
                </a:solidFill>
                <a:latin typeface="Calibri"/>
              </a:defRPr>
            </a:pPr>
            <a:r>
              <a:t>▸ DCE/RPC fragment_reassembly — fragmented at PDU boundaries evaded rules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Attack Methodology — How the Bypass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855F7"/>
                </a:solidFill>
                <a:latin typeface="Calibri"/>
              </a:defRPr>
            </a:pPr>
            <a:r>
              <a:t>Attack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4× DNS instances (High intensity) — TCP SYN flood to port 53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1× Multi-protocol attack (All 28 protocols) — Max intensity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12 parallel processes, ~860,000 packets/sec combined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Multi-segment TCP splitting (64-256 byte segments)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IPS trigger patterns embedded in every payload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Aggressive socket rotation (new LINA flow every 5 pkts)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120 concurrent TCP connections per worker thread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8229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Why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143000"/>
            <a:ext cx="3840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LINA has fixed 201-block pool for Snort DAQ (2560B each)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Each packet sent to Snort allocates one DAQ block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Block freed only after Snort finishes processing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Parser-based fuzzing forces deep rule eval (~10-50μs/pkt)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At 860K PPS, alloc rate &gt; free rate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All 201 blocks occupied → CNT=0 → snort-blist-full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LINA fails OPEN: fast-forwards new flows past Snort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F4444"/>
                </a:solidFill>
                <a:latin typeface="Calibri"/>
              </a:defRPr>
            </a:pPr>
            <a:r>
              <a:t>KEY FINDING: SNORT IPS BYPASS ACHIEVED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BBBCC"/>
                </a:solidFill>
                <a:latin typeface="Calibri"/>
              </a:defRPr>
            </a:pPr>
            <a:r>
              <a:t>Memory block exhaustion causes Snort to fail-open — malware passes uninspected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920240" cy="9144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07899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2560-BYTE BLOCKS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9844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onsolas"/>
              </a:defRPr>
            </a:pPr>
            <a:r>
              <a:t>CNT =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1,335,365 FAILED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005840"/>
            <a:ext cx="1920240" cy="9144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70048" y="107899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ATTACK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0048" y="129844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A5FA"/>
                </a:solidFill>
                <a:latin typeface="Consolas"/>
              </a:defRPr>
            </a:pPr>
            <a:r>
              <a:t>860K PPS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0048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1.72M pkts in 2 sec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005840"/>
            <a:ext cx="1920240" cy="9144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07899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BYPASS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129844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onsolas"/>
              </a:defRPr>
            </a:pPr>
            <a: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EICAR PDF downloaded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766560" y="1005840"/>
            <a:ext cx="1920240" cy="9144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6288" y="1078992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FAST-FORWARDED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129844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Consolas"/>
              </a:defRPr>
            </a:pPr>
            <a:r>
              <a:t>117 Flows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76288" y="1645920"/>
            <a:ext cx="1737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Bypassed Snort entirely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1945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60A5FA"/>
                </a:solidFill>
                <a:latin typeface="Calibri"/>
              </a:defRPr>
            </a:pPr>
            <a:r>
              <a:t>EVIDENCE CHAIN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246888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Baseline: csdl.pdf (350KB) blocked at 4% — Snort sent TCP RST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Baseline: eicar-test.txt blocked at 0% — immediate EICAR signature detection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During attack: eicar-adobe-acrobat-attachment.pdf (6,455 bytes) downloaded 100%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MD5 verified: 13486b57cc3ad49227174f86fd4df606 — file intact, unmodified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show blocks: 2560-byte CNT=0, LOW=0, FAILED=1,335,365 — DAQ pool exhausted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show snort statistics: 117 Fast-Forwarded Flows — LINA bypassed Snort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Memory Block Depletion &amp; Snort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0A5FA"/>
                </a:solidFill>
                <a:latin typeface="Calibri"/>
              </a:defRPr>
            </a:pPr>
            <a:r>
              <a:t>show blocks (during attack):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572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Consolas"/>
              </a:defRPr>
            </a:pPr>
            <a:r>
              <a:t>SIZE    MAX   LOW   CNT    FAILED</a:t>
            </a:r>
            <a:br/>
            <a:r>
              <a:t>  0    1450     0  1450     5,029</a:t>
            </a:r>
            <a:br/>
            <a:r>
              <a:t>  4     100    99   100         0</a:t>
            </a:r>
            <a:br/>
            <a:r>
              <a:t> 80    1000   752   980         0</a:t>
            </a:r>
            <a:br/>
            <a:r>
              <a:t>256    4348  4213  4233         0</a:t>
            </a:r>
            <a:br/>
            <a:r>
              <a:t>1550   6274  1355  6261         0</a:t>
            </a:r>
            <a:br/>
            <a:r>
              <a:t>2048   2100  1284  2100         0</a:t>
            </a:r>
            <a:br/>
            <a:r>
              <a:t>2560    201     0   201 1,335,365  ← CRITICAL</a:t>
            </a:r>
            <a:br/>
            <a:r>
              <a:t>4096    161     0   161    33,182</a:t>
            </a:r>
            <a:br/>
            <a:r>
              <a:t>8192    202     0   198     4,392</a:t>
            </a:r>
            <a:br/>
            <a:r>
              <a:t>9344    100     0   100     3,457</a:t>
            </a:r>
            <a:br/>
            <a:r>
              <a:t>16384   100     0   100     7,769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685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0A5FA"/>
                </a:solidFill>
                <a:latin typeface="Calibri"/>
              </a:defRPr>
            </a:pPr>
            <a:r>
              <a:t>show snort statistics: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960120"/>
            <a:ext cx="3657600" cy="6858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38928" y="103327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PASSED PACKETS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38928" y="12527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onsolas"/>
              </a:defRPr>
            </a:pPr>
            <a:r>
              <a:t>99,287,292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38928" y="160020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Inspected and allowed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1783080"/>
            <a:ext cx="3657600" cy="6858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38928" y="1856231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BLOCKED PACKETS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38928" y="20756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onsolas"/>
              </a:defRPr>
            </a:pPr>
            <a:r>
              <a:t>2,550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38928" y="242316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Malware detected (baseline)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2606040"/>
            <a:ext cx="3657600" cy="685800"/>
          </a:xfrm>
          <a:prstGeom prst="roundRect">
            <a:avLst/>
          </a:prstGeom>
          <a:solidFill>
            <a:srgbClr val="24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38928" y="2679192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88899"/>
                </a:solidFill>
                <a:latin typeface="Calibri"/>
              </a:defRPr>
            </a:pPr>
            <a:r>
              <a:t>FAST-FORWARDED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898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BBF24"/>
                </a:solidFill>
                <a:latin typeface="Consolas"/>
              </a:defRPr>
            </a:pPr>
            <a:r>
              <a:t>117 Flows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8" y="3246120"/>
            <a:ext cx="3474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888899"/>
                </a:solidFill>
                <a:latin typeface="Calibri"/>
              </a:defRPr>
            </a:pPr>
            <a:r>
              <a:t>Bypassed Snort completely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47472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BBBCC"/>
                </a:solidFill>
                <a:latin typeface="Calibri"/>
              </a:defRPr>
            </a:pPr>
            <a:r>
              <a:t>▸ 117 flows escaped Snort without detection</a:t>
            </a:r>
            <a:br/>
            <a:r>
              <a:t>▸ Malware download was one of these flows</a:t>
            </a:r>
            <a:br/>
            <a:r>
              <a:t>▸ TCP Ack bypass: 18,428,575 packets</a:t>
            </a:r>
            <a:br/>
            <a:r>
              <a:t>▸ Snort functional before/after attack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Malware Download — Baseline vs Bypass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F4444"/>
                </a:solidFill>
                <a:latin typeface="Calibri"/>
              </a:defRPr>
            </a:pPr>
            <a:r>
              <a:t>WITHOUT Fuzzer (Snort Active)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csdl.pdf (350 KB) → blocked at 4%, RST by peer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eicar-test.txt (68 B) → blocked at 0%, immediate RST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eicar-adobe-acrobat-attachment.pdf → blocked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All malware signatures detected and blocked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2560-byte blocks: CNT = 201 (fully available)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68580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ADE80"/>
                </a:solidFill>
                <a:latin typeface="Calibri"/>
              </a:defRPr>
            </a:pPr>
            <a:r>
              <a:t>WITH Fuzzer (Snort Blinded)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96012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eicar-adobe-acrobat-attachment.pdf → 100% downloaded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File size: 6,455 bytes — complete and unmodified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MD5: 13486b57cc3ad49227174f86fd4df606 ✓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Snort never inspected the download flow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2560 blocks: CNT=0, FAILED=1,335,365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3464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0A5FA"/>
                </a:solidFill>
                <a:latin typeface="Calibri"/>
              </a:defRPr>
            </a:pPr>
            <a:r>
              <a:t>Terminal Evidence: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4ADE80"/>
                </a:solidFill>
                <a:latin typeface="Consolas"/>
              </a:defRPr>
            </a:pPr>
            <a:r>
              <a:t>root@Kail-00:~# curl -o test_pdf.pdf http://192.168.42.100/files/eicar-adobe-acrobat-attachment.pdf</a:t>
            </a:r>
            <a:br/>
            <a:r>
              <a:t>100  6455  100  6455    0     0  597.1k      0  --:--:-- --:--:-- --:--:--     0</a:t>
            </a:r>
            <a:br/>
            <a:r>
              <a:t>root@Kail-00:~# md5sum test_pdf.pdf</a:t>
            </a:r>
            <a:br/>
            <a:r>
              <a:t>13486b57cc3ad49227174f86fd4df606  test_pdf.pdf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Calibri"/>
              </a:defRPr>
            </a:pPr>
            <a:r>
              <a:t>100% of malware file received intact — Snort did not reset the connection or modify any bytes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Packet Capture — Traffic During Bypass Window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8899"/>
                </a:solidFill>
                <a:latin typeface="Calibri"/>
              </a:defRPr>
            </a:pPr>
            <a:r>
              <a:t>tcpdump on eth1 during successful malware download (02:27:34 – 02:27:43 UTC-4)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60120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Protocol Hierarchy (2-second window)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Total: 1,723,306 frames / 2.36 GB in 2 seconds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TCP: 1,718,124 frames (99.7%) — multi-segment flood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  ├─ TLS: 298,946 frames — encrypted fuzzing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  ├─ SSH: 8,854 frames — SSH protocol fuzzing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  └─ HTTP: 1,237 frames — HTTP with IPS triggers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UDP: 2,158 frames — DNS, DHCP, TFTP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8229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0A5FA"/>
                </a:solidFill>
                <a:latin typeface="Calibri"/>
              </a:defRPr>
            </a:pPr>
            <a:r>
              <a:t>DNS SYN Flood Packets (captured during bypass):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ADE80"/>
                </a:solidFill>
                <a:latin typeface="Consolas"/>
              </a:defRPr>
            </a:pPr>
            <a:r>
              <a:t>02:27:41.255322 192.168.41.100:48072 → 192.168.42.100:53 [S] seq=2587963870 win=64240</a:t>
            </a:r>
            <a:br/>
            <a:r>
              <a:t>02:27:42.261623 192.168.41.100:48088 → 192.168.42.100:53 [S] seq=4971104857 win=64240</a:t>
            </a:r>
            <a:br/>
            <a:r>
              <a:t>02:27:42.262126 192.168.41.100:48086 → 192.168.42.100:53 [S] seq=3885264177 win=64240</a:t>
            </a:r>
            <a:br/>
            <a:r>
              <a:t>02:27:42.263130 192.168.41.100:48086 → 192.168.42.100:53 [S] seq=2034701609 win=64240</a:t>
            </a:r>
            <a:br/>
            <a:r>
              <a:t>02:27:43.200520 192.168.41.100:48124 → 192.168.42.100:53 [S] seq=140317957  win=64240</a:t>
            </a:r>
            <a:br/>
            <a:r>
              <a:t>  ... (33 DNS SYN packets in rapid succession — unique source port per packet)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Calibri"/>
              </a:defRPr>
            </a:pPr>
            <a:r>
              <a:t>Security Implications &amp;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F4444"/>
                </a:solidFill>
                <a:latin typeface="Calibri"/>
              </a:defRPr>
            </a:pPr>
            <a:r>
              <a:t>Vulnerability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4114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FTD LINA uses fixed-size memory block pools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2560-byte pool (Snort DAQ) has only 201 blocks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Sustained multi-protocol flood exhausts the pool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When exhausted, LINA fails OPEN — not closed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Attacker delivers malware during bypass window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Design limitation, not a code bug — no CVE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77724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4ADE80"/>
                </a:solidFill>
                <a:latin typeface="Calibri"/>
              </a:defRPr>
            </a:pPr>
            <a:r>
              <a:t>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10515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Implement fail-CLOSED when pools exhausted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Increase 2560 pool size or make it dynamic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Add per-source-IP rate limiting at LINA level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Monitor 'snort-blist-full' events → alert SOC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Deploy DDoS protection upstream of FTD</a:t>
            </a:r>
          </a:p>
          <a:p>
            <a:pPr>
              <a:spcAft>
                <a:spcPts val="400"/>
              </a:spcAft>
              <a:defRPr sz="1000">
                <a:solidFill>
                  <a:srgbClr val="BBBBCC"/>
                </a:solidFill>
                <a:latin typeface="Calibri"/>
              </a:defRPr>
            </a:pPr>
            <a:r>
              <a:t>▸ Implement connection limits per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BBF24"/>
                </a:solidFill>
                <a:latin typeface="Calibri"/>
              </a:defRPr>
            </a:pPr>
            <a:r>
              <a:t>The framework demonstrates that IDS/IPS memory resources are a viable attack surface — finite inspection pools can be exhausted by crafted multi-protocol floods, creating inspection-free windows for malware delivery.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