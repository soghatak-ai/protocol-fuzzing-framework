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Protocol Fuzzing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AI-Driven Multi-Protocol Fuzzer with IDS Evasion &amp; Memory Depletion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24 Protocols  •  100+ Mutation Strategies  •  500+ Internal Variants</a:t>
            </a:r>
            <a:br/>
            <a:r>
              <a:t>5-Phase Agentic AI Pipeline  •  UCB1 Reinforcement Learning  •  Live FTD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Calibri"/>
              </a:defRPr>
            </a:pPr>
            <a:r>
              <a:t>Cisco FTD / Snort 3 — Validated on Real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▸ Modern IDS/IPS (Snort 3, Suricata, Cisco FTD) are trusted to inspect all traffic inline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▸ But deep-packet inspection engines have finite memory pools and CPU budgets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▸ Protocol mutation fuzzing can discover parsing bugs, evasion paths, and resource exhaustion</a:t>
            </a:r>
          </a:p>
          <a:p>
            <a:pPr>
              <a:spcBef>
                <a:spcPts val="6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▸ No existing tool combines: multi-protocol mutation + AI-driven weight tuning + live network delivery + memory depletion attacks + RL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0D4FF"/>
                </a:solidFill>
                <a:latin typeface="Calibri"/>
              </a:defRPr>
            </a:pPr>
            <a:r>
              <a:t>Goal: Build an automated framework that discovers IDS weaknesses across 24 protocols, tunes attack strategies via AI, and demonstrates real-world inspection bypass on Cisco FTD.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Web Dashboard (Flask + SSE)                     │</a:t>
            </a:r>
            <a:br/>
            <a:r>
              <a:t>├────────────┬────────────┬───────────────┬────────────┬─────────────────┤</a:t>
            </a:r>
            <a:br/>
            <a:r>
              <a:t>│  Fuzzer    │  AI        │  Multi-Proto   │  File      │  Crash          │</a:t>
            </a:r>
            <a:br/>
            <a:r>
              <a:t>│  Control   │  Analysis  │  Attack        │  Send      │  Reports        │</a:t>
            </a:r>
            <a:br/>
            <a:r>
              <a:t>├────────────┴────────────┴───────────────┴────────────┴─────────────────┤</a:t>
            </a:r>
            <a:br/>
            <a:r>
              <a:t>│                     Fuzzer Engine (main.py)                             │</a:t>
            </a:r>
            <a:br/>
            <a:r>
              <a:t>│  ┌──────────┐  ┌──────────┐  ┌──────────┐  ┌────────────────────┐     │</a:t>
            </a:r>
            <a:br/>
            <a:r>
              <a:t>│  │ 24 Proto  │  │ UCB1 RL  │  │ AI Wts   │  │ Memory Pressure    │     │</a:t>
            </a:r>
            <a:br/>
            <a:r>
              <a:t>│  │ Mutators  │  │ Bandit   │  │ Engine   │  │ TCP Reassembly     │     │</a:t>
            </a:r>
            <a:br/>
            <a:r>
              <a:t>│  └──────────┘  └──────────┘  └──────────┘  └────────────────────┘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Transport: PCAP Pipe (local)  │  Live Network (TCP/UDP sockets)       │</a:t>
            </a:r>
            <a:br/>
            <a:r>
              <a:t>├────────────────────────────────┴───────────────────────────────────────┤</a:t>
            </a:r>
            <a:br/>
            <a:r>
              <a:t>│  Kali Attacker  ──►  Cisco FTD (Snort 3 Inline)  ──►  Target Server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24-Protocol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Each with dedicated mutation strategies and UCB1 bandit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Transport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Protocols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 (13)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DNS, HTTP, HTTP/2, FTP, SMTP, SSH, SMB2, SMB3, DCE/RPC, RTSP, TACACS+, LDAP, Telnet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UDP (9)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DHCP, DHCPv6, SNMP, SIP, MGCP, RADIUS, SUN RPC, TFTP, CIFS/SMB1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ICMP (2)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ICMPv4, ICMPv6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100+ named strategies across all protocols with 3-7 internal variants each = 500+ unique mutation paths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Strategies target: buffer overflows, state machine violations, reassembly confusion, encoding attacks, protocol desync, fragmentation abuse, compression bombs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File Send: deliver crafted files as properly framed protocol traffic (all 24 protocols)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Custom Payload Mode: inject detection strings (e.g. EICAR) into evasion strategies for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5-Phase Agentic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Azure OpenAI GPT-5 + Google Gemini backends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73152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Process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LLM Cost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Graph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 parsing (tree-sitter, 8 languages) → chunking → ChromaDB vector embedding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LLM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Repo map → 4K-token chunks → parallel task generation → dedup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calls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Explorers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concurrent agents retrieve code via semantic search → vulnerability dossiers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calls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Synthesizer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Merge dossiers, deduplicate vulns, extract constants → dynamic_dictionary.json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LLM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Weigher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 vulns to strategy weights: Critical=5×, High=3×, Medium=2×, Low=1.5×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LLM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Calibri"/>
              </a:defRPr>
            </a:pPr>
            <a:r>
              <a:t>Validated: 2,051 source files → 18,065 AST chunks → 188 explorer tasks → 306 vulnerabilities → 3,295 protocol constants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Resilience: Truncated JSON recovery, ChromaDB index reuse, exponential backoff, chunked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Reinforcement Learning — UCB1 Bandit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Real-time strategy adaptation based on observed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One bandit per protocol — adjusts AI/default weights in real-time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Calibri"/>
              </a:defRPr>
            </a:pPr>
            <a:r>
              <a:t>▸ Formula:  final_weight = base_weight × rl_multiplier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Crash detected → +0.5× per crash (1 crash = 1.5×, 3 = 2.5×)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No crash, many pulls → slow fade toward 0.5× minimum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Never tried → stays at 1.0× (neutral)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Dashboard shows 4 columns: Original / Applied / RL / Actual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Multiplier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Effect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crash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1.5×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↑ Weight +50%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crashes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2.5×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↑ Weight +150%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crashes, 100 pulls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~0.6×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↓ Weight −40%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Never pulled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1.0×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change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Multi-Protocol Attack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Snort Blinder — Inspector overload via concurrent protocol floods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Launches N parallel snort_blinder.py processes across all 24 protocols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Configurable: duration (up to 3600s), intensity (1-5), process count, protocol selection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5 Intensity presets with phased escalation (send delays decrease over time)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TCP workers use 30-socket persistent pools with split-segment delivery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Forces Snort to process thousands of concurrent streams across all inspectors simultaneously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FTD SSH monitoring: real-time Snort stats, canary/EICAR detection rate, per-protocol breakdown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Staggered process launch prevents thundering-herd saturation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SO_LINGER(0) on all TCP sockets — prevents TIME_WAIT port exhaustion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Memory Pressure Mode — TCP Reassembly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Force Snort to hold partial reassembly state across 60+ concurrent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Toggle: 'Force TCP Reassembly' checkbox in live mode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60-socket connection pool per fuzzer instance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Staggered segment delivery: send first half of payload, delay second half by ~60 iterations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Snort must hold partial reassembly buffers for ALL 60 in-flight half-payloads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Each buffer consumes 2560-byte blocks from Snort's memory pool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Multiple instances (4-6 DNS) × 60 sockets = 240-360 partial streams</a:t>
            </a:r>
          </a:p>
          <a:p>
            <a:pPr>
              <a:spcBef>
                <a:spcPts val="600"/>
              </a:spcBef>
              <a:defRPr sz="1400" b="1">
                <a:solidFill>
                  <a:srgbClr val="00E676"/>
                </a:solidFill>
                <a:latin typeface="Calibri"/>
              </a:defRPr>
            </a:pPr>
            <a:r>
              <a:t>▸ Exceeds Snort's 201-slot 2560-byte pool → CNT drops to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urier New"/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00D4FF"/>
                </a:solidFill>
                <a:latin typeface="Calibri"/>
              </a:defRPr>
            </a:pPr>
            <a:r>
              <a:t>show blocks (FTD)</a:t>
            </a:r>
          </a:p>
          <a:p>
            <a:pPr>
              <a:spcBef>
                <a:spcPts val="600"/>
              </a:spcBef>
              <a:defRPr sz="1100" b="0">
                <a:solidFill>
                  <a:srgbClr val="667788"/>
                </a:solidFill>
                <a:latin typeface="Courier New"/>
              </a:defRPr>
            </a:pPr>
            <a:r>
              <a:t>SIZE   MAX  LOW  CNT  FAILED</a:t>
            </a:r>
          </a:p>
          <a:p>
            <a:pPr>
              <a:spcBef>
                <a:spcPts val="600"/>
              </a:spcBef>
              <a:defRPr sz="1100" b="1">
                <a:solidFill>
                  <a:srgbClr val="FF4D4D"/>
                </a:solidFill>
                <a:latin typeface="Courier New"/>
              </a:defRPr>
            </a:pPr>
            <a:r>
              <a:t>2560   201    0    0  168467</a:t>
            </a:r>
          </a:p>
          <a:p>
            <a:pPr>
              <a:spcBef>
                <a:spcPts val="600"/>
              </a:spcBef>
              <a:defRPr sz="1100" b="1">
                <a:solidFill>
                  <a:srgbClr val="FF4D4D"/>
                </a:solidFill>
                <a:latin typeface="Courier New"/>
              </a:defRPr>
            </a:pPr>
            <a:r>
              <a:t>4096   161    0    1    4339</a:t>
            </a:r>
          </a:p>
          <a:p>
            <a:pPr>
              <a:spcBef>
                <a:spcPts val="600"/>
              </a:spcBef>
              <a:defRPr sz="1100" b="0">
                <a:solidFill>
                  <a:srgbClr val="FFD93D"/>
                </a:solidFill>
                <a:latin typeface="Courier New"/>
              </a:defRPr>
            </a:pPr>
            <a:r>
              <a:t>8192   202    0    3     512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FF4D4D"/>
                </a:solidFill>
                <a:latin typeface="Calibri"/>
              </a:defRPr>
            </a:pPr>
            <a:r>
              <a:t>CNT = 0 → Pool exhausted</a:t>
            </a:r>
          </a:p>
          <a:p>
            <a:pPr>
              <a:spcBef>
                <a:spcPts val="600"/>
              </a:spcBef>
              <a:defRPr sz="1200" b="0">
                <a:solidFill>
                  <a:srgbClr val="FFD93D"/>
                </a:solidFill>
                <a:latin typeface="Calibri"/>
              </a:defRPr>
            </a:pPr>
            <a:r>
              <a:t>FAILED = 168,467 allocations denied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Evasion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332 strategies tested against Snort 3 across 23 protocols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Percentage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EVADED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EVADED! (canary undetected)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DETECTED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SKIP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Calibri"/>
              </a:defRPr>
            </a:pPr>
            <a:r>
              <a:t>Top EVADED! strategies (canary embedded, Snort blind):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HTTP chunked_confusion (124 B)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HTTP request_smuggling (205 B)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HTTP content_length_attack (99 B)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SMTP mime_decode_bomb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SMB compound_abuse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Calibri"/>
              </a:defRPr>
            </a:pPr>
            <a:r>
              <a:t>▸ DCE/RPC fragment_reassembly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76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0E676"/>
                </a:solidFill>
                <a:latin typeface="Calibri"/>
              </a:defRPr>
            </a:pPr>
            <a:r>
              <a:t>90.1% evasion rate — Snort failed to detect embedded canary content in 299/304 testable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Finding: Snort Memory Pool Exhaustion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Demonstrated on real Cisco FTD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▸ Attack: Multi-protocol flood + TCP reassembly pressure depletes Snort's 2560/4096/8192-byte memory pools</a:t>
            </a:r>
          </a:p>
          <a:p>
            <a:pPr>
              <a:spcBef>
                <a:spcPts val="600"/>
              </a:spcBef>
              <a:defRPr sz="1500" b="1">
                <a:solidFill>
                  <a:srgbClr val="FF4D4D"/>
                </a:solidFill>
                <a:latin typeface="Calibri"/>
              </a:defRPr>
            </a:pPr>
            <a:r>
              <a:t>▸ Result: CNT → 0 across multiple block sizes, FAILED count reaches 168,000+</a:t>
            </a:r>
          </a:p>
          <a:p>
            <a:pPr>
              <a:spcBef>
                <a:spcPts val="600"/>
              </a:spcBef>
              <a:defRPr sz="1500" b="0">
                <a:solidFill>
                  <a:srgbClr val="FFD93D"/>
                </a:solidFill>
                <a:latin typeface="Calibri"/>
              </a:defRPr>
            </a:pPr>
            <a:r>
              <a:t>▸ Impact: Snort cannot allocate buffers for new packet inspection → packets pass uninspected</a:t>
            </a:r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▸ Recovery time: 2-5 seconds after attack stops (memory pools refill)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D4FF"/>
                </a:solidFill>
                <a:latin typeface="Calibri"/>
              </a:defRPr>
            </a:pPr>
            <a:r>
              <a:t>Inspection Bypass Demonstrated:</a:t>
            </a:r>
          </a:p>
          <a:p>
            <a:pPr>
              <a:spcBef>
                <a:spcPts val="600"/>
              </a:spcBef>
              <a:defRPr sz="1500" b="1">
                <a:solidFill>
                  <a:srgbClr val="00E676"/>
                </a:solidFill>
                <a:latin typeface="Calibri"/>
              </a:defRPr>
            </a:pPr>
            <a:r>
              <a:t>▸ 10-18 KB of malware data transferred through FTD uninspected during each depletion event</a:t>
            </a:r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▸ Snort actively blocks the same file (Connection Reset) when memory pools are healthy</a:t>
            </a:r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Calibri"/>
              </a:defRPr>
            </a:pPr>
            <a:r>
              <a:t>▸ Both HTTP and SMB downloads were blocked when healthy, bypassed during depletion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Calibri"/>
              </a:defRPr>
            </a:pPr>
            <a:r>
              <a:t>▸ Mid-stream recovery: Snort picks up inspection after ~12 KB → sends RST</a:t>
            </a:r>
          </a:p>
          <a:p>
            <a:pPr>
              <a:spcBef>
                <a:spcPts val="600"/>
              </a:spcBef>
              <a:defRPr sz="1400" b="0">
                <a:solidFill>
                  <a:srgbClr val="FFD93D"/>
                </a:solidFill>
                <a:latin typeface="Calibri"/>
              </a:defRPr>
            </a:pPr>
            <a:r>
              <a:t>▸ Window sufficient for: reverse shells, shellcode stagers, web shells, credential harvesters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Malware Inspection Bypass —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Demonstrated with csdl.pdf (358 KB) on Cisco FTD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Start multi-protocol flood (intensity 5, 8 processes)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T=3-5s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Calibri"/>
              </a:defRPr>
            </a:pPr>
            <a:r>
              <a:t>Snort CNT (2560) drops to 0 — memory pools exhausted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Start curl/smbclient download of malware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T=5-9s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54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alibri"/>
              </a:defRPr>
            </a:pPr>
            <a:r>
              <a:t>Data flows — 10-18 KB transferred uninspected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T=9-10s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Calibri"/>
              </a:defRPr>
            </a:pPr>
            <a:r>
              <a:t>Snort recovers memory, picks up mid-stream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T=10s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60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4D"/>
                </a:solidFill>
                <a:latin typeface="Calibri"/>
              </a:defRPr>
            </a:pPr>
            <a:r>
              <a:t>Snort detects malware content → Connection Reset (RST)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166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4D"/>
                </a:solidFill>
                <a:latin typeface="Calibri"/>
              </a:defRPr>
            </a:pPr>
            <a:r>
              <a:t>Same file WITHOUT attack → immediate Connection Reset (0 bytes)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ourier New"/>
              </a:defRPr>
            </a:pPr>
            <a:r>
              <a:t>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669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alibri"/>
              </a:defRPr>
            </a:pPr>
            <a:r>
              <a:t>10-18 KB bypass window per depletion event — sufficient for initial payloads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Network Topology — Dual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Docker lab for development + Physical Cisco FTD for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urier New"/>
              </a:defRPr>
            </a:pPr>
            <a:r>
              <a:t>Docker Lab:                                                    Physical FTD:</a:t>
            </a:r>
            <a:br/>
            <a:r>
              <a:t>┌────────────┐    ┌────────────────┐    ┌──────────┐         ┌────────────┐    ┌──────────────┐    ┌──────────┐</a:t>
            </a:r>
            <a:br/>
            <a:r>
              <a:t>│   Kali      │───►│  Snort 3 FW    │───►│  Target  │         │   Kali      │───►│  Cisco FTD   │───►│  Target  │</a:t>
            </a:r>
            <a:br/>
            <a:r>
              <a:t>│ 172.20.0.2  │    │  NFQ Inline    │    │172.21.0.2│         │ Attacker    │    │  Snort 3     │    │  Server  │</a:t>
            </a:r>
            <a:br/>
            <a:r>
              <a:t>│ Port 5000   │    │  172.20.0.254  │    │ Port 7682│         │             │    │  Inline IPS  │    │          │</a:t>
            </a:r>
            <a:br/>
            <a:r>
              <a:t>└────────────┘    └────────────────┘    └──────────┘         └────────────┘    └──────────────┘    └──────────┘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Docker: Snort 3 compiled from source, NFQ DAQ inline mode, checksum_eval='none' for vNIC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FTD: Real Cisco Firepower Threat Defense appliance with production Snort 3 engine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Calibri"/>
              </a:defRPr>
            </a:pPr>
            <a:r>
              <a:t>▸ Target: Ubuntu server running vsftpd, dnsmasq, Samba, Apache — real services on all 24 protocol ports</a:t>
            </a:r>
          </a:p>
          <a:p>
            <a:pPr>
              <a:spcBef>
                <a:spcPts val="600"/>
              </a:spcBef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All test results in this presentation from the physical FTD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Web Dashboard — 5 Integrated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88"/>
                </a:solidFill>
                <a:latin typeface="Calibri"/>
              </a:defRPr>
            </a:pPr>
            <a:r>
              <a:t>Real-time monitoring via Server-Sent Events (SSE)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Page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 selector (24), pipe/live mode, memory pressure toggle, real-time stats, strategy distribution, event log, multi-instance fuzzing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Analysis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upload, 5-phase pipeline visualization, vulnerability list, weight apply/reset, analysis history, AI chat for follow-up questions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Multi-Protocol Attack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 grid (All/None/UDP/TCP), target IP, duration/intensity/processes, FTD SSH config, live verdict, per-protocol stats, canary detection bar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Send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 transport config (24 protocols), file upload, streaming mode with real-time TX/RX hex packet visualization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Crash Reports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List/view/download/delete crash reports with ASan traces, iteration and strategy info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D4FF"/>
                          </a:solidFill>
                          <a:latin typeface="Calibri"/>
                        </a:defRPr>
                      </a:pPr>
                      <a:r>
                        <a:t>Technologies</a:t>
                      </a:r>
                    </a:p>
                  </a:txBody>
                  <a:tcPr anchor="ctr">
                    <a:solidFill>
                      <a:srgbClr val="1422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 3.9+, Flask, SSE, multiprocessing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/ ML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OpenAI GPT-5, Google Gemini, tree-sitter (8 langs), ChromaDB, tiktoken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RL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UCB1 multi-armed bandit (thread-safe, per-protocol)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Networking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sockets, PCAP pipe, TCP/UDP persistent pools, SO_LINGER, TCP_NODELAY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Protocols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 custom binary PDU constructors (DNS, SMB2/3, HTTP/2, DCE/RPC, SIP, etc.)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psutil (local), paramiko/SSH (remote), subprocess oracle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MongoDB Atlas (conversations), ChromaDB (embeddings)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Compose, Snort 3 (NFQ DAQ inline), Cisco FTD</a:t>
                      </a:r>
                    </a:p>
                  </a:txBody>
                  <a:tcPr anchor="ctr">
                    <a:solidFill>
                      <a:srgbClr val="121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HTML/CSS/JS dashboard, real-time SSE, hex packet viewer</a:t>
                      </a:r>
                    </a:p>
                  </a:txBody>
                  <a:tcPr anchor="ctr">
                    <a:solidFill>
                      <a:srgbClr val="1A2A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Results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332 evasion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90.1% evasion rate — 50 strategies bypassed Snort with embedded canary undetected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Calibri"/>
              </a:defRPr>
            </a:pPr>
            <a:r>
              <a:t>Memory pool exhaustion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51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CNT → 0 on Cisco FTD; 168,000+ allocation failures across 2560/4096/8192-byte pools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Inspection bypass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474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10-18 KB malware data transferred uninspected during each depletion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306 vulnerabilities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97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Discovered via 5-phase AI pipeline analyzing 2,051 Snort 3 source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24-protocol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Broadest protocol mutation coverage in a single fuzzing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Calibri"/>
              </a:defRPr>
            </a:pPr>
            <a:r>
              <a:t>The framework demonstrates that IDS/IPS memory resources are a viable attack surface — finite inspection pools can be exhausted to create bypass windows for malware delivery.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Calibri"/>
              </a:defRPr>
            </a:pPr>
            <a:r>
              <a:t>KEY FINDING: SNORT IPS BYPASS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Memory block exhaustion causes Snort to fail-open, allowing malware to pass uninspected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100584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2560-BYTE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onsolas"/>
              </a:defRPr>
            </a:pPr>
            <a:r>
              <a:t>CNT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1,335,365 FAILED allocations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1920240" cy="100584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ATTACK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onsolas"/>
              </a:defRPr>
            </a:pPr>
            <a:r>
              <a:t>860K 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1.72M packets in 2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1920240" cy="100584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BYPASS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EICAR PDF downloaded intact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371600"/>
            <a:ext cx="1920240" cy="100584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FAST-FORWARDED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onsolas"/>
              </a:defRPr>
            </a:pPr>
            <a:r>
              <a:t>117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Packets bypassed Snort entirely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EVIDENCE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Baseline: csdl.pdf (350KB) blocked at 4% — Snort detected malware and sent TCP RST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Baseline: eicar-test.txt blocked at 0% — Snort immediately detected EICAR signature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During attack: eicar-adobe-acrobat-attachment.pdf (6,455 bytes) downloaded 100%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MD5 verified: 13486b57cc3ad49227174f86fd4df606 — file integrity intact, no Snort modification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show blocks: 2560-byte CNT=0, LOW=0, FAILED=1,335,365 — DAQ pool completely exhausted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show snort statistics: 117 Fast-Forwarded Flows — LINA bypassed Snort inspection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BASELINE vs ATTACK: BEFORE &amp;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WITHOUT FUZZER (Snort Active)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csdl.pdf (350 KB) → blocked at 4%, connection reset by peer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eicar-test.txt (68 bytes) → blocked at 0%, immediate RST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eicar-adobe-acrobat-attachment.pdf → blocked, RST from Snort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All malware signatures detected and blocked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2560-byte blocks: CNT = 201 (fully available)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WITH FUZZER (Snort Blinded)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eicar-adobe-acrobat-attachment.pdf → 100% downloaded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MD5: 13486b57cc3ad49227174f86fd4df606 ✓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File size: 6,455 bytes — complete and unmodified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Snort never inspected the download flow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2560-byte blocks: CNT = 0 (completely exhausted)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FAILED allocations: 1,335,365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Conclusion: The fuzzer's multi-protocol flood exhausted LINA's 2560-byte DAQ block pool, forcing the firewall to fail-open. During this window, known malware passed through completely undetected.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MEMORY BLOCK DEPLETION — show blocks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FTD LINA memory pool status captured during active fuzzer flood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CNT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097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1731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1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1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1,450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41731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5,029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6916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6916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6916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752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980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240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240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4,348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240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4,213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240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4,233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240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1550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6,274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1,355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6,261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2048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2,100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1,284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2,100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063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2560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063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201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063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063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onsolas"/>
              </a:defRPr>
            </a:pPr>
            <a:r>
              <a:t>201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30632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onsolas"/>
              </a:defRPr>
            </a:pPr>
            <a:r>
              <a:t>1,335,365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4096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161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33,182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8192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202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198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4,392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9344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38862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3,457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4160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16384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11680" y="4160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4160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4160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41605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7,769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▸ 2560-byte pool (Snort DAQ): LOW=0, CNT reached 0 during attack, 1.3M+ allocation failures</a:t>
            </a:r>
            <a:br/>
            <a:r>
              <a:t>▸ 4096/8192/9344/16384 pools also hit LOW=0 — cascading resource exhaustion</a:t>
            </a:r>
            <a:br/>
            <a:r>
              <a:t>▸ When CNT=0 for 2560, LINA triggers 'snort-blist-full' → fast-forwards all new 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SNORT INSPECTION STATISTICS — show snort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560320" cy="109728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PASSED PACKETS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onsolas"/>
              </a:defRPr>
            </a:pPr>
            <a:r>
              <a:t>99,287,292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Inspected and allowed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914400"/>
            <a:ext cx="2560320" cy="109728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BLOCKED PACKETS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onsolas"/>
              </a:defRPr>
            </a:pPr>
            <a:r>
              <a:t>2,550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Malware/exploit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914400"/>
            <a:ext cx="2560320" cy="109728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FAST-FORWARDED 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onsolas"/>
              </a:defRPr>
            </a:pPr>
            <a:r>
              <a:t>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Bypassed Snort completely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WHAT THE NUMBERS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99.28M packets passed normally — Snort was functional before and after the attack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2,550 packets blocked — Snort detected malware in baseline tests (csdl.pdf, eicar files)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117 flows fast-forwarded — These flows BYPASSED Snort entirely due to block exhaustion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The malware download occurred during one of these 117 fast-forwarded flows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Fast-forwarding means LINA sent the traffic directly to the destination without any IPS inspection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▸ TCP Ack bypass: 18,428,575 — shows massive TCP volume from the fuzzer flood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ATTACK METHODOLOGY — HOW THE BYPASS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Attack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4× DNS instances (High intensity) — TCP SYN flood to port 53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1× Multi-protocol attack (All 28 protocols) — Max intensity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12 parallel processes, ~860,000 packets/sec combined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Multi-segment TCP splitting (64-256 byte segments)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IPS trigger patterns embedded in every payload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Aggressive socket rotation (new LINA flow every 5 packets)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120 concurrent TCP connections per worker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Why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LINA has a fixed 201-block pool for Snort DAQ (2560 bytes each)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Each packet sent to Snort allocates one DAQ block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Block is freed only after Snort finishes processing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Parser-based fuzzing forces deep rule evaluation (~10-50μs/pkt)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At 860K PPS, blocks allocate faster than Snort can free them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All 201 blocks occupied → CNT=0 → snort-blist-full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LINA fails OPEN: fast-forwards new flows past Snort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PACKET CAPTURE — TRAFFIC DURING BYPASS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tcpdump capture on eth1 during successful malware download (02:27:34 – 02:27:43 UTC-4)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Protocol Hierarchy (2-second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Total: 1,723,306 frames / 2.36 GB in 2 seconds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TCP: 1,718,124 frames (99.7%) — multi-segment flood traffic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  ├─ TLS: 298,946 frames — encrypted protocol fuzzing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  ├─ SSH: 8,854 frames — SSH protocol fuzzing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  └─ HTTP: 1,237 frames — clean HTTP with IPS triggers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UDP: 2,158 frames — DNS (832), DHCP (258), TFTP (48)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ICMP/OSPF/IGMP: 41 frames — additional protocol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DNS Flood Packets (last captured before bypass)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02:27:34.813891 192.168.41.100:45860 → 192.168.42.100:53 [SYN] seq=223513813</a:t>
            </a:r>
            <a:br/>
            <a:r>
              <a:t>02:27:34.813892 192.168.41.100:45858 → 192.168.42.100:53 [SYN] seq=1689849355</a:t>
            </a:r>
            <a:br/>
            <a:r>
              <a:t>02:27:34.813893 192.168.41.100:45872 → 192.168.42.100:53 [SYN] seq=3591821103</a:t>
            </a:r>
            <a:br/>
            <a:r>
              <a:t>02:27:34.816141 192.168.41.100:46170 → 192.168.42.100:53 [SYN] seq=3138697228</a:t>
            </a:r>
            <a:br/>
            <a:r>
              <a:t>02:27:34.816631 192.168.41.100:46230 → 192.168.42.100:53 [SYN] seq=3946152392</a:t>
            </a:r>
            <a:br/>
            <a:r>
              <a:t>... (33 DNS SYN packets captured in rapid succession — new source port per packet)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MALWARE DOWNLOAD — PROOF OF BYPASS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840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FILE DOWNLOADED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eicar-adobe-acrobat-attachment.pdf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EICAR antivirus test file embedded in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914400"/>
            <a:ext cx="3840480" cy="1188720"/>
          </a:xfrm>
          <a:prstGeom prst="roundRect">
            <a:avLst/>
          </a:prstGeom>
          <a:solidFill>
            <a:srgbClr val="2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005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99"/>
                </a:solidFill>
                <a:latin typeface="Calibri"/>
              </a:defRPr>
            </a:pPr>
            <a:r>
              <a:t>MD5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onsolas"/>
              </a:defRPr>
            </a:pPr>
            <a:r>
              <a:t>13486b57cc3ad49227174f86fd4df606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Matches original — file unmodified by Snort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Terminal 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onsolas"/>
              </a:defRPr>
            </a:pPr>
            <a:r>
              <a:t>root@Kail-00:~# curl -o test_pdf.pdf http://192.168.42.100/files/eicar-adobe-acrobat-attachment.pdf</a:t>
            </a:r>
            <a:br/>
            <a:r>
              <a:t>  % Total    % Received % Xferd  Average Speed   Time    Time     Time  Current</a:t>
            </a:r>
            <a:br/>
            <a:r>
              <a:t>                                 Dload  Upload   Total   Spent    Left  Speed</a:t>
            </a:r>
            <a:br/>
            <a:r>
              <a:t>100  6455  100  6455    0     0  597.1k      0                          0</a:t>
            </a:r>
            <a:br/>
            <a:br/>
            <a:r>
              <a:t>root@Kail-00:~# ls -la test_pdf.pdf</a:t>
            </a:r>
            <a:br/>
            <a:r>
              <a:t>-rw-r--r-- 1 root root 6455 Jun 30 02:50 test_pdf.pdf</a:t>
            </a:r>
            <a:br/>
            <a:br/>
            <a:r>
              <a:t>root@Kail-00:~# md5sum test_pdf.pdf</a:t>
            </a:r>
            <a:br/>
            <a:r>
              <a:t>13486b57cc3ad49227174f86fd4df606  test_pdf.pdf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▸ 100% of file received (6,455 bytes) — Snort did not reset the connection</a:t>
            </a:r>
            <a:br/>
            <a:r>
              <a:t>▸ MD5 hash matches the original file on the server — zero bytes modified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SECURITY IMPLICATIONS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Vulnerability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Cisco FTD's LINA engine uses fixed-size memory block pools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The 2560-byte pool (Snort DAQ) has only 201 blocks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Sustained multi-protocol flood exhausts the pool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When exhausted, LINA fails OPEN — not closed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New flows bypass Snort entirely (fast-forwarded)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Attacker can deliver malware during the bypass window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No CVE required — this is a design limitation, not a code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Implement fail-CLOSED policy when block pools are exhausted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Increase 2560-byte pool size or make it dynamically scalable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Add rate limiting per source IP at the LINA level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Monitor 'snort-blist-full' events and alert SOC teams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Deploy network-level DDoS protection upstream of FTD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Consider redundant IPS in HA for inspection continuity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▸ Implement connection limits per source to prevent SYN floods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